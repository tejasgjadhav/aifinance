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9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9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Market Commentary and Valuation Dashboards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the news good or bad?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is a company worth?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 dashboard run itself?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315468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Our daily market dashboard,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then you build your 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5262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PRE-MARKET DASHBOARD,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BUILT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9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FINANCIAL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Sentiment analysis: is this news good or bad?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Scoring the mood of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model reads a headline or a transcript and labels it positive, negative or neutral.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FINBERT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model trained on finance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version of BERT trained on financial news and reports. It is free to download.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WHY NOT A WORD LIST?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Words mislead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“Crude oil falls as supply concerns ease” is good news for India. A word list sees “concerns” and calls it negative.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Collect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Gather NSE announcements and news headlines each morning.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Clean and score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Remove noise, then score each item with FinBERT.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writes a short note from the scores, and a person checks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sentiment is a signal, not a decision. It tells you the mood, not what to buy.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EARNINGS CALLS AND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Reading earnings calls at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KEY PHRASES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management stresses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Phrases like “guidance raised” or “margin pressure” are pulled out of a long transcript.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EVENT SIGNALS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News that moves prices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results date, a rating change or a big order is tagged as an event.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CASE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AI earnings summaries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Bloomberg Intelligence uses AI to summarise earnings calls, so an analyst reads one page, not fifty.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RULE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 against the source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Every number in an AI summary must match the transcript or the filing.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Live demo:  </a:t>
            </a:r>
            <a:r>
              <a:rPr sz="1200" b="0">
                <a:solidFill>
                  <a:srgbClr val="FFFFFF"/>
                </a:solidFill>
              </a:rPr>
              <a:t>FinBERT scores the lines of an NSE earnings call transcript, one by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VALUATION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DCF: what a company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Project cash flows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Grow last year's free cash flow for five years. In our lab: ₹1,000 crore growing 12% a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Discount them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Divide each year's cash by (1 + WACC) to the power of the year. Our WACC is 11%.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Add a terminal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Value every year after year 5 in one number, growing 5% a year, then discount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Per share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Subtract net debt of ₹1,500 crore and divide by 50 crore shares. Result: about ₹439 a share.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Assumptions and explanation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AI can draft the assumptions and explain the result. It never does the arithmetic.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PYTHON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calculation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Python does every multiplication and division, so the answer can be checked.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Sensitivity:  </a:t>
            </a:r>
            <a:r>
              <a:rPr sz="1200" b="0">
                <a:solidFill>
                  <a:srgbClr val="FFFFFF"/>
                </a:solidFill>
              </a:rPr>
              <a:t>most of the value sits in the terminal value, so a small change in WACC moves the answer a lot.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Comparables: is it cheap or dear against its peers?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earnings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earnings per share. A price of ₹440 and EPS of ₹22 gives a P/E of 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EV/EBITDA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Whole business value to operating profit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Enterprise value ÷ EBITDA. It ignores how the company is financed.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P/BV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book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book value per share. Common for banks.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TO USE THEM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Compare with peers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If peers trade at a P/E of 25 and our company at 20, ask why before calling it cheap.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Damodaran and ESG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Professor Damodaran publishes free industry multiples. ESG scores can adjust the risk view.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Collecting the multiples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pulls the multiples out of filings. Python lines them up and checks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a multiple is a quick check. A DCF explains why the value is what it 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OUR DAILY MARKET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dashboard that is ready before the market opens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TOP STRIP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markets at a glance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Nifty 50, Sensex, Brent crude, USD/INR and India VIX, with their last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OVERNIGHT CUES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happened while we slept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GIFT Nifty, US markets and currency moves, pointing to the likely open.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SUMMARY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short morning brief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paragraph that ties the overnight cues and the news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NEWS FEED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Five to eight headlines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day's main stories, each with its source.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Every weekday, 8:30 AM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refreshes itself 45 minutes before the 9:15 AM open.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WHO TOUCHES IT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Nobody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 one opens a laptop. The page is simply there each morning.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Today:  </a:t>
            </a:r>
            <a:r>
              <a:rPr sz="1200" b="0">
                <a:solidFill>
                  <a:srgbClr val="FFFFFF"/>
                </a:solidFill>
              </a:rPr>
              <a:t>you see it live, then you build a smaller version of it in Hour 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Five steps, run by a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Schedule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GitHub Actions starts the job every weekday morning.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7208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07208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2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Python script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Sends Claude a fixed prompt template and today's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508760"/>
            <a:ext cx="205740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6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Claude API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9D6EE"/>
                </a:solidFill>
              </a:rPr>
              <a:t>Runs ten or more web searches and writes the updated page.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4344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24344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07223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Safety check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script checks the new page is complete before saving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82912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82912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5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Publish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page is saved to GitHub and goes live on GitHub Pages.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94760"/>
            <a:ext cx="546811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WORKS WELL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It runs itself, reliably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schedule, a fixed prompt, a safety check and free hosting.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794760"/>
            <a:ext cx="5468112" cy="18288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WHAT WE WOULD IMPROVE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Numbers in Python, words in AI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Today Claude finds and works out the numbers. A bank would fetch them in Python and let AI only write.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Governance:  </a:t>
            </a:r>
            <a:r>
              <a:rPr sz="1200" b="0">
                <a:solidFill>
                  <a:srgbClr val="FFFFFF"/>
                </a:solidFill>
              </a:rPr>
              <a:t>the API key sits in GitHub's secret store, and the job stops if the key is missing.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your own pre-market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A · 20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Watch it live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instructor opens the daily market dashboard and runs its job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B · 40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Build your version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Run build_dashboard.py. Python computes the gap, flows, VIX, news mood and a DCF, then writes dashboard.html.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PART C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and check the brief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Paste the printed prompt into any free AI chat. Check every number. Swap with the next desk.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Free and keyless:  </a:t>
            </a:r>
            <a:r>
              <a:rPr sz="1200" b="0">
                <a:solidFill>
                  <a:srgbClr val="FFFFFF"/>
                </a:solidFill>
              </a:rPr>
              <a:t>built-in Python only. The snapshot is illustrative. Run it with --break to watch it refuse a missing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CLASS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Ten questions, ten marks, five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On the course website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“Class assignments (A and B)” from the Module 9 or Module 10 card.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PASSWORD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Given in class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Class A and Class B each have their own tab and their own password.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FORMAT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True or false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Ten questions on Modules 1 to 8, one at a time, 30 seconds 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RULES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Stay on the page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Leaving the tab loses the question on screen. You cannot go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MARKING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Automatic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score appears as soon as you finish.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LEADERBOARD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First attempt only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Each class has its own leaderboard. Only your first attempt counts.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you start:  </a:t>
            </a:r>
            <a:r>
              <a:rPr sz="1200" b="0">
                <a:solidFill>
                  <a:srgbClr val="FFFFFF"/>
                </a:solidFill>
              </a:rPr>
              <a:t>enter your full name and your roll number. Use one device and a steady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sentiment analysis?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Scoring text as positive, negative or neutral.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FinBERT?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BERT language model trained on financial text to score sentiment.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can a word list get sentiment wrong?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ignores context. Falling crude is good for India, but the word list may call it negative.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four steps of a DCF?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Project cash flows, discount them, add a terminal value, convert to per-share value.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P/E tell you?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How many rupees investors pay for one rupee of earnings.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should Python, not AI, do the arithmetic?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Python gives the same checkable answer every time. A number an AI produced is hard to defend.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How does the daily market dashboard update itself?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schedule runs a script, Claude searches and writes the page, a check runs, and the page is published.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should the dashboard do if a number is missing?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Refuse to publish and say which input is missing.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