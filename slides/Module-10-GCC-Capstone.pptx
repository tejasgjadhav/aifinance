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ISBMS · PGDM 2025–27 · SEMESTER III · SESSION 10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10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GCC Capstone: One Integrated Financial AI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Faculty · Agentic AI &amp; Advanced Analytics in Finance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PGDM-SEM3-SPEC-AIFINANCE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Three questions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How do nine modules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become one system?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How is it marked?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How do I submit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31546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Worked example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A daily market dashboard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that updates itself every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weekday morning.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5262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50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MARKS: REPORT 20,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VIVA ON YOUR DECK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10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WHAT YOU HAND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Two things to submit, one viva to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DELIVERABLE 1 · 20 MARKS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report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25 to 30 pages, Word or PDF. Times New Roman 12, 1.5 spacing. Similarity 20% or lower. Hard copy too.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DELIVERABLE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PowerPoint deck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8 to 10 slides: objectives, data, analysis and findings. The viva is conducted on this deck.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VIVA · 30 MARKS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Present and defend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One internal and one external examiner. A three-minute live demo that shows one failure.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rule behind it all:  </a:t>
            </a:r>
            <a:r>
              <a:rPr sz="1200" b="0">
                <a:solidFill>
                  <a:srgbClr val="FFFFFF"/>
                </a:solidFill>
              </a:rPr>
              <a:t>secondary data only. Every number traces to a published source in your bibliography.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10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CAPSTONE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One system, built in five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L1 · INGEST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Collect the data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Pull every input from a named public source. Log the source, the URL and the date.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L2 · EXTRACT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Find the structure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Pull tables and numbers out of filings, or index documents for search (RAG).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L3 · ENGINE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Do the maths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Plain Python, tested against a hand-worked example. This layer earns 20 of the 50 marks.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L4 · COMMENTARY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Explain the numbers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AI writes about the engine's output only, and cites every number it uses.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L5 · OUTPUT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Show it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An app or dashboard the panel can open, plus a document for your annexure.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ONE RULE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Maths in Python, never in AI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A language model works on words. A number it made up cannot be defended at the viva.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Your nine module outputs are the parts:  </a:t>
            </a:r>
            <a:r>
              <a:rPr sz="1200" b="0">
                <a:solidFill>
                  <a:srgbClr val="FFFFFF"/>
                </a:solidFill>
              </a:rPr>
              <a:t>RAG bot, VaR engine, Pillar 3 generator, NAV engine and dashboard become layers of one 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10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 daily market dashboard, seen as five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L1 · INGEST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Morning inputs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GIFT Nifty, the previous Nifty close, FII and DII flows, crude oil, USD/INR, India VIX and the morning headlines.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L2 · EXTRACT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Claude reads the sources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Claude's web search reads the news and market pages and picks out the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L3 · ENGINE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Today: done by Claude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Claude also does the arithmetic, such as the expected gap at the open. Your capstone moves this into Python.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L4 · COMMENTARY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pre-market brief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Claude writes a short brief from what it found.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L5 · OUTPUT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 web page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dashboard page, published again every weekday morning.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LESSON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Good pipeline, AI-heavy engine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It runs itself every morning. But a number Claude found or worked out is hard to defend, so your engine must be Python.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Note:  </a:t>
            </a:r>
            <a:r>
              <a:rPr sz="1200" b="0">
                <a:solidFill>
                  <a:srgbClr val="FFFFFF"/>
                </a:solidFill>
              </a:rPr>
              <a:t>we use the dashboard to show the design. Your project must not give buy, sell or hold calls without an educational-use disclaimer.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10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HOW IT RUNS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Every weekday morning, with no one pressing a button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2057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F2145"/>
                </a:solidFill>
                <a:latin typeface="Georgia"/>
              </a:rPr>
              <a:t>Schedule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B2A41"/>
                </a:solidFill>
              </a:rPr>
              <a:t>GitHub Actions starts the job every weekday morning.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2" y="23774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508760"/>
            <a:ext cx="2057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07208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2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F2145"/>
                </a:solidFill>
                <a:latin typeface="Georgia"/>
              </a:rPr>
              <a:t>Python script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B2A41"/>
                </a:solidFill>
              </a:rPr>
              <a:t>Sends Claude the prompt template and today's 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774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5776" y="1508760"/>
            <a:ext cx="2057400" cy="21031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65776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3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Claude API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9D6EE"/>
                </a:solidFill>
              </a:rPr>
              <a:t>Searches the web for the morning data and writes the updated page.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3774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4344" y="1508760"/>
            <a:ext cx="2057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24344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3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4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F2145"/>
                </a:solidFill>
                <a:latin typeface="Georgia"/>
              </a:rPr>
              <a:t>Safety check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B2A41"/>
                </a:solidFill>
              </a:rPr>
              <a:t>The script checks the new page is complete before saving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23774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82912" y="1508760"/>
            <a:ext cx="2057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82912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5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F2145"/>
                </a:solidFill>
                <a:latin typeface="Georgia"/>
              </a:rPr>
              <a:t>Publish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B2A41"/>
                </a:solidFill>
              </a:rPr>
              <a:t>The page is saved to GitHub and goes live on GitHub Pages.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546811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79476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995928"/>
            <a:ext cx="495604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GOVERNANCE · MODULE 7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key stays secret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API key sits in GitHub's secret store, never in the code. The job stops if the key is missing.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794760"/>
            <a:ext cx="5468112" cy="18288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9476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995928"/>
            <a:ext cx="495604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FOR YOUR CAPSTONE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Show the same discipline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Keep your work in a public repository, with commits across the whole project period.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Cost:  </a:t>
            </a:r>
            <a:r>
              <a:rPr sz="1200" b="0">
                <a:solidFill>
                  <a:srgbClr val="FFFFFF"/>
                </a:solidFill>
              </a:rPr>
              <a:t>it uses the per-token API from Module 7, plus a small charge for each web search.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10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Your system writes most of your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CHAPTERS 6 TO 8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Summary, introduction, objectives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Your question, how the work is done by hand today, and your one headline finding.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CHAPTERS 9 AND 10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Limits and method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What you did not cover, your five layers and your data sources. Source: sources.csv.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CHAPTER 11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Analysis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engine's results and the validation test that proves them right.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CHAPTERS 12 AND 13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Findings and recommendation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What the numbers say, and what a firm should do about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CHAPTER 14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Bibliography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Every source you used. A number with no source must be removed.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CHAPTER 15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Annexures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The document your system generated, and your test results.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Remember:  </a:t>
            </a:r>
            <a:r>
              <a:rPr sz="1200" b="0">
                <a:solidFill>
                  <a:srgbClr val="FFFFFF"/>
                </a:solidFill>
              </a:rPr>
              <a:t>the examiner will pick one number from your report and ask where it came from and how it was calculated.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10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YOUR VIVA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Build your 8 to 10 slides like a GCC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SLIDES 1 AND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problem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Your question, and how it is done by hand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SLIDES 3 AND 4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solution architecture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Your data sources and your five layers on one slide.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SLIDES 5 AND 6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engine and its proof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calculation, your assumptions and your validation test.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SLIDE 7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Live demo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Three minutes. Include one failure, such as the system refusing a bad input.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SLIDES 8 AND 9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Business impact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Your finding, your recommendation and your limits.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SLIDE 10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The team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Who built what. Both members must be able to explain every layer.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Pitch order:  </a:t>
            </a:r>
            <a:r>
              <a:rPr sz="1200" b="0">
                <a:solidFill>
                  <a:srgbClr val="FFFFFF"/>
                </a:solidFill>
              </a:rPr>
              <a:t>problem, solution architecture, live demo, business impact, team. This is how GCC hiring panels expect to hear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10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HOW THE VIVA IS MARKED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Thirty marks, four things the panel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6811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5 MARKS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Is it really yours?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Where the data came from, why you chose your method, and how well you use your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63040"/>
            <a:ext cx="546811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664208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10 MARKS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Do you understand the maths?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Explain each variable, defend each assumption and walk through each formula.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21024"/>
            <a:ext cx="546811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21024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822192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5 MARKS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Do you know the context?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Link your work to current events, regulation and your sector.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621024"/>
            <a:ext cx="546811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621024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3822192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10 MARKS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How do you present?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Stay calm under pressure, speak precisely, and admit what your work cannot 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Mock GCC panel:  </a:t>
            </a:r>
            <a:r>
              <a:rPr sz="1200" b="0">
                <a:solidFill>
                  <a:srgbClr val="FFFFFF"/>
                </a:solidFill>
              </a:rPr>
              <a:t>a 15-minute presentation and 10 minutes of questions, scored on depth, communication, portfolio quality and role fit.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10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HOW TO 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Submit on the course website, once per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Open the page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Module 10 card, then "Submit your capstone (report + PPT)".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Choose your group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Pick your group number and type either member's roll number.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Attach both files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report in Word or PDF, and the deck in PowerPoint or PDF. Up to 20 MB each.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4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Submit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Both files go together. The status table then shows your group as submitted.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NEED TO CHANGE A FILE?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Submit again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Upload both files again. The latest pair is the one marked.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STILL REQUIRED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The hard copy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Hand in the spiral-bound report before the End Semester Examination.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Before you submit:  </a:t>
            </a:r>
            <a:r>
              <a:rPr sz="1200" b="0">
                <a:solidFill>
                  <a:srgbClr val="FFFFFF"/>
                </a:solidFill>
              </a:rPr>
              <a:t>check your similarity index, your sources.csv and your repository history.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10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Questions the panel is likely to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26464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are the five layers of your system?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Ingest, extract, engine, commentary, output.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84248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84248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939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3911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Why does the maths live in Python and not in the AI?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A language model works on words. A number it produced cannot be defended.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96896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96896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066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51760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Where did this number in your report come from?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Name the source in sources.csv and walk through the formula.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9544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09544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192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6440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How do you know your engine is right?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It reproduces a hand-worked example and a published figure.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22191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22191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77055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Show me your system failing.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Feed a bad or missing input and show it refuse, with a clear message.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3484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4456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489703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can your work not do?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State your limits honestly: data gaps, assumptions, the period covered.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47488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047488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15721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102351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Which regulation applies to your project?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Name it, for example SEBI rules for investment advice, and how you complied.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60136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660136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6986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714999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How does the dashboard example update itself?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A scheduled job runs a script, Claude writes the brief, and the page is published.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10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