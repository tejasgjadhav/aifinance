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8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Georgia"/>
              </a:rPr>
              <a:t>Why VS Code is on every developer's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68096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C9D6EE"/>
                </a:solidFill>
                <a:latin typeface="Calibri"/>
              </a:rPr>
              <a:t>Visual Studio Code, the free code editor from Microsoft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44752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It is free and runs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64792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Mac, Windows and Linux. Open source. No licence to buy, so every office can standardise on it.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One editor covers every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You install an extension for the language you need. The editor stays the same, so a team does not relearn a tool per project.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12463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3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75888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The terminal, the debugger and Git live inside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You write, run, step through and commit code in one window. You do not switch apps.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828031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828031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91456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AI assistants plug in as extensions.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11496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Claude Code and GitHub Copilot sit in a side panel and read the open project.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5715000" cy="50292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5486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0F2145"/>
                </a:solidFill>
                <a:latin typeface="Calibri"/>
              </a:rPr>
              <a:t>About three in four developers use it (Stack Overflow Developer Survey 2024, 73.6%).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463040"/>
            <a:ext cx="5148072" cy="4572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146304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Does my language run in VS Code?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202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2011680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3774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0116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Python extension by Microsoft. Run button, debugger, Jupyter notebooks.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2926080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Java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2918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260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Extension Pack for Java by Microsoft and Red Hat. Maven, Gradle, Spring Boot.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749039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840479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.NET / C#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2062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84047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C# Dev Kit by Microsoft. Many .NET teams still use the bigger Visual Studio, which is a different product.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634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4754879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Others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1206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75487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JavaScript, SQL, R, Go, C++ and most others, each through its own extension.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23560"/>
            <a:ext cx="5148072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5D6B7E"/>
                </a:solidFill>
                <a:latin typeface="Calibri"/>
              </a:rPr>
              <a:t>VS Code does not run the language itself. It calls the interpreter or compiler you installed, such as python, java or dotnet. Install those first, then point VS Code at them.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ISBMS · PGDM 2025–27 · AGENTIC AI &amp; ADVANCED ANALYTICS IN FINANCE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Georgia"/>
              </a:rPr>
              <a:t>Demo: run a Python file in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68096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C9D6EE"/>
                </a:solidFill>
                <a:latin typeface="Calibri"/>
              </a:rPr>
              <a:t>swiggy_yahoo_finance.py pulls Swiggy's share price and income statement from Yahoo Finance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44752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Open the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73352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File → Open Folder, then pick the project folder. The Explorer on the left lists its files.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Open the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Click swiggy_yahoo_finance.py in the Explorer. It opens in the editor in the middle.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35224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Pick the Python interpreter.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09544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Press Cmd+Shift+P, type Python: Select Interpreter, choose the venv. The choice shows at the bottom right.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03320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Press the Run button.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40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The ▷ triangle at the top right of the editor runs the file.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517136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517136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71416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Read the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45736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It appears in the Terminal tab at the bottom. Here it printed the price and four income-statement lines.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285232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285232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39512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Fix a missing package.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13832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If the terminal says ModuleNotFoundError, type pip install yfinance in that same terminal and run again.</a:t>
            </a:r>
          </a:p>
        </p:txBody>
      </p:sp>
      <p:pic>
        <p:nvPicPr>
          <p:cNvPr id="30" name="Picture 29" descr="vscode_running_swig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309360" cy="42062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5623560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D6B7E"/>
                </a:solidFill>
                <a:latin typeface="Calibri"/>
              </a:rPr>
              <a:t>Editor in the middle, Terminal output at the bottom, Claude Code panel on the right.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5715000"/>
            <a:ext cx="6245352" cy="6400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0" y="5715000"/>
            <a:ext cx="914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5715000"/>
            <a:ext cx="59893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F2145"/>
                </a:solidFill>
                <a:latin typeface="Calibri"/>
              </a:rPr>
              <a:t>Practice: change TICKER to "RELIANCE.NS", run the file again and write down the Revenue 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Macintosh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1</cp:revision>
  <dcterms:created xsi:type="dcterms:W3CDTF">2013-01-27T09:14:16Z</dcterms:created>
  <dcterms:modified xsi:type="dcterms:W3CDTF">2026-09-18T23:11:49Z</dcterms:modified>
  <cp:category/>
</cp:coreProperties>
</file>