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8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8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Fund Administration: NAV and Transfer Agency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What is a fund's NAV?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How do investors get in and out?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AI check the books?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Claude's reconciliation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skill checks a fund's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books in front of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NAV REPORT, RECONCILED,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8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ADMINISTRATION IN PLAIN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Who does what in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INVESTOR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Puts money 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units of the fund and can sell them back later.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MANAGER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Decides what to buy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asset management company picks the shares the fund 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ACCOUNTANT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every trade and works out the NAV every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Holds the assets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bank that keeps the fund's shares and cash safe.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investor list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who owns how many units. In India: KFinTech and CAMS.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AUDITOR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Checks it all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Confirms once a year that the books are right.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key idea:  </a:t>
            </a:r>
            <a:r>
              <a:rPr sz="1200" b="0">
                <a:solidFill>
                  <a:srgbClr val="FFFFFF"/>
                </a:solidFill>
              </a:rPr>
              <a:t>the fund accountant's books, the custodian and the transfer agent must all agree before a NAV is published.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TYPES AND THE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Four kinds of fund, one back office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MUTUAL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day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to anyone. The NAV is published every business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HEDGE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month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For large investors. Uses complex trades such as short selling.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PRIVATE EQUITY AND VC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Valued every quarter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whole companies or start-ups. Few deals, hard to price.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AIF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category for large investors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SEBI category for funds sold to wealthy investors. The minimum is ₹1 crore.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DOES THE WORK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Fund administrators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SS&amp;C GlobeOp, Apex Group, HC Global and Opus Fund Services run this work for many funds.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checking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Price checks, finding breaks, reading corporate action notices and drafting reports.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Today's case:  </a:t>
            </a:r>
            <a:r>
              <a:rPr sz="1200" b="0">
                <a:solidFill>
                  <a:srgbClr val="FFFFFF"/>
                </a:solidFill>
              </a:rPr>
              <a:t>Opus Fund Services and AI-powered fund automation, run from a GCC in Pune.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NAV IN 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NAV: what one unit of the fund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76072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7607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DAILY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6654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Capture every trade done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96896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347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Price every holding at today's closing price.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6382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20040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Book income and corporate actions, such as dividends and splits.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73075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673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Subtract expenses, such as the management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976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34256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Divide what is left by the number of units.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86460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0118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Reconcile with the custodian and the transfer agent, then publish.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463040"/>
            <a:ext cx="514807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16459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TODAY'S LAB FUND, BEFORE RECONCILIATION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20574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10 holdings at market price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02082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₹43.37 crore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26060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Add cash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56946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₹2.60 crore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31546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Less 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11810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₹0.09 crore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37033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Net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66674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 crore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42519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Units outstanding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21538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1 crore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80059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NAV per unit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76402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formula:  </a:t>
            </a:r>
            <a:r>
              <a:rPr sz="1200" b="0">
                <a:solidFill>
                  <a:srgbClr val="FFFFFF"/>
                </a:solidFill>
              </a:rPr>
              <a:t>NAV = (holdings at market price + cash − expenses) ÷ units. Indian mutual funds publish it on the AMFI website every 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TRANSFER AGENCY AND KYC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investors get in and out of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 · KYC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Know your customer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gives PAN and Aadhaar. Under SEBI rules KYC is done once and stored with a KYC registration agency.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Reading and matching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OCR reads the PAN card. AI matches “R. Kumar” on PAN with “Rajesh Kumar” at the bank. A person approves.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 · SUBSCRIPTION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Money in, units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Units = amount ÷ NAV. Example: ₹50,000 ÷ ₹45.8920 = 1,089.515 units.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 · REDEMPTION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Units in, money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sells units back. The fund pays units × NAV.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 · DIVIDEND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Income paid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When the fund pays income, the transfer agent sends each investor their share.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ROLE-PLAY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Onboard an investor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One student is the investor, one the transfer agent, one the compliance checker.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STP in one line:  </a:t>
            </a:r>
            <a:r>
              <a:rPr sz="1200" b="0">
                <a:solidFill>
                  <a:srgbClr val="FFFFFF"/>
                </a:solidFill>
              </a:rPr>
              <a:t>straight-through processing means a transaction runs end to end with no manual step. When it breaks, someone reconciles.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Three records must agree before the NAV goes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fund's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What the fund accountant has recorded.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custodian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shares and cash the bank actually 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transfer agent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units investors actually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3593592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172968"/>
            <a:ext cx="3081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BREAK 1 · IN OUR LAB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split not booked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Stock H: 4,000 units in the books, 8,000 at the custodian. The value does not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971800"/>
            <a:ext cx="3593592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97180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172968"/>
            <a:ext cx="3081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BREAK 2 · IN OUR LAB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dividend not booked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custodian holds ₹1,20,000 more cash than the books.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971800"/>
            <a:ext cx="3593592" cy="265176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97180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172968"/>
            <a:ext cx="3081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BREAK 3 · IN OUR LAB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 redemption not booked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transfer agent shows 20,000 fewer units than the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Result:  </a:t>
            </a:r>
            <a:r>
              <a:rPr sz="1200" b="0">
                <a:solidFill>
                  <a:srgbClr val="FFFFFF"/>
                </a:solidFill>
              </a:rPr>
              <a:t>after the three fixes the NAV moves from ₹45.8800 to ₹45.8920. A small change, but every investor's money depends on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ACCOUNTING SKILL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Claude's reconciliation skill does the checking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A SKILL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Saved instructions for one job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skill tells Claude how accountants do a task. The finance reconciliation skill knows how a reconciliation is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DOES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Compares two records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lines up the fund's books against the custodian and the transfer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DOES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Sorts every difference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Timing, error or missing entry. It says how old each break 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DOES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Suggests the fix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proposes the correcting entry. The journal-entry skill drafts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RELATED SKILL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Variance analysis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Explains why the NAV moved from yesterday to today.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HUMAN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Reviews and signs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skill never posts an entry. The fund accountant approves every fix.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No subscription?  </a:t>
            </a:r>
            <a:r>
              <a:rPr sz="1200" b="0">
                <a:solidFill>
                  <a:srgbClr val="FFFFFF"/>
                </a:solidFill>
              </a:rPr>
              <a:t>the lab does the same steps with a free Python script and any free AI chat.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a NAV report, reconcile it, explain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A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Watch the skill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instructor runs Claude's reconciliation skill on the lab files and it finds the three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B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Run the NAV engine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Run nav_engine.py in Codex, Colab or any Python. It prices the fund, finds the breaks and writes nav_report.csv.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C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Paste the printed prompt into any free AI chat. Check every number against nav_report.csv. Swap reports with the next desk.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Free and keyless:  </a:t>
            </a:r>
            <a:r>
              <a:rPr sz="1200" b="0">
                <a:solidFill>
                  <a:srgbClr val="FFFFFF"/>
                </a:solidFill>
              </a:rPr>
              <a:t>built-in Python only, no API key and no installs. The fund is made up and the prices are illustrative.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NAV, and how is it calculated?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Net asset value per unit: holdings at market price plus cash minus expenses, divided by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a custodian do, and what does a transfer agent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custodian holds the fund's shares and cash. The transfer agent keeps the list of investors and their units.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Name two transfer agents for Indian mutual funds.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KFinTech and CAMS.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investor puts in ₹10,000 at a NAV of ₹25. How many units does the investor get?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₹10,000 ÷ ₹25 = 400 units.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reconciliation break?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difference between two records. Example: a dividend the custodian received that the books did not record.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STP?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Straight-through processing: a transaction runs end to end with no manual step.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Claude skill, and which one helps a fund accountant?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Saved instructions for one job. The reconciliation skill compares records and sorts the breaks.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Where can AI help in KYC, and what must a person still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AI reads documents and matches names. A person approves the investor.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